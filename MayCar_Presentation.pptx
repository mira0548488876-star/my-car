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May Car – </a:t>
            </a:r>
            <a:r>
              <a:rPr dirty="0" err="1"/>
              <a:t>סיכום</a:t>
            </a:r>
            <a:r>
              <a:t> פרויקט</a:t>
            </a:r>
          </a:p>
        </p:txBody>
      </p:sp>
      <p:pic>
        <p:nvPicPr>
          <p:cNvPr id="5" name="תמונה 4" descr="תמונה שמכילה גרפיקה, לוגו, מדבקות שקופות לרכב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AED500C-DD79-8F37-BFB1-0E268F798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9" y="2630311"/>
            <a:ext cx="5630333" cy="3753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תיאור האתר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he-IL" dirty="0"/>
              <a:t>ה</a:t>
            </a:r>
            <a:r>
              <a:rPr dirty="0" err="1"/>
              <a:t>אתר</a:t>
            </a:r>
            <a:r>
              <a:rPr dirty="0"/>
              <a:t> </a:t>
            </a:r>
            <a:r>
              <a:rPr lang="he-IL" dirty="0"/>
              <a:t>שלי בס"ד הוא אתר </a:t>
            </a:r>
            <a:r>
              <a:rPr dirty="0" err="1"/>
              <a:t>תדמית</a:t>
            </a:r>
            <a:r>
              <a:rPr dirty="0"/>
              <a:t> </a:t>
            </a:r>
            <a:r>
              <a:rPr dirty="0" err="1"/>
              <a:t>להצגת</a:t>
            </a:r>
            <a:r>
              <a:rPr dirty="0"/>
              <a:t> </a:t>
            </a:r>
            <a:r>
              <a:rPr dirty="0" err="1"/>
              <a:t>רכבים</a:t>
            </a:r>
            <a:r>
              <a:rPr dirty="0"/>
              <a:t> </a:t>
            </a:r>
            <a:r>
              <a:rPr lang="he-IL" dirty="0"/>
              <a:t>יש לי בו כמובן את דף הבית ממנו אפשר לגשת לדפים האחרים מקווה שתהנו!</a:t>
            </a:r>
            <a:br>
              <a:rPr lang="en-US" dirty="0"/>
            </a:br>
            <a:r>
              <a:rPr lang="he-IL" dirty="0"/>
              <a:t>מבנה האתר:</a:t>
            </a:r>
            <a:br>
              <a:rPr lang="en-US" dirty="0"/>
            </a:br>
            <a:r>
              <a:rPr lang="he-IL" dirty="0"/>
              <a:t>תפריטי הניווט</a:t>
            </a:r>
          </a:p>
          <a:p>
            <a:pPr marL="0" indent="0" algn="r">
              <a:buNone/>
            </a:pPr>
            <a:r>
              <a:rPr lang="he-IL" dirty="0"/>
              <a:t>תוכן הדף עצמו </a:t>
            </a:r>
          </a:p>
          <a:p>
            <a:pPr marL="0" indent="0" algn="r">
              <a:buNone/>
            </a:pPr>
            <a:r>
              <a:rPr lang="en-US" dirty="0"/>
              <a:t>footer</a:t>
            </a:r>
          </a:p>
          <a:p>
            <a:pPr marL="0" indent="0" algn="r">
              <a:buNone/>
            </a:pPr>
            <a:r>
              <a:rPr lang="he-IL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טכנולוגיות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HTML5, CSS3, Flexbox, Media Queries</a:t>
            </a:r>
          </a:p>
          <a:p>
            <a:r>
              <a:t>Animations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קשיים ואתגרים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dirty="0"/>
              <a:t>position</a:t>
            </a:r>
            <a:r>
              <a:rPr lang="he-IL" dirty="0"/>
              <a:t>ו-</a:t>
            </a:r>
            <a:r>
              <a:rPr lang="en-US" dirty="0"/>
              <a:t> </a:t>
            </a:r>
            <a:r>
              <a:rPr lang="he-IL" dirty="0"/>
              <a:t>ההוא</a:t>
            </a:r>
            <a:r>
              <a:rPr lang="en-US" dirty="0"/>
              <a:t> display</a:t>
            </a:r>
            <a:r>
              <a:rPr lang="he-IL" dirty="0"/>
              <a:t>הקושי העיקרי היה לנסות שוב ושוב שונה בעיקר </a:t>
            </a:r>
            <a:r>
              <a:rPr lang="he-IL" dirty="0" err="1"/>
              <a:t>ברספונסיביות</a:t>
            </a:r>
            <a:r>
              <a:rPr lang="he-IL" dirty="0"/>
              <a:t> לחשוב כיצד תתקבל התוצאה המיטבית הרבה פעמים סידרתי משהו אחד והוא "פגע " במשהו שני הייתי יושבת עוד ועוד כדי למצוא את התקלה , משהו נוסף ואולי קצת לא מקצועי כמו כן בתחילה לא ניהלתי הדר ופוטר משותפים והדבר גרם לגרסאות שונות ושעות נוספות של ישיבה על הפרויקט....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סיכום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he-IL" dirty="0"/>
              <a:t>כתיבת הקוד </a:t>
            </a:r>
            <a:r>
              <a:rPr lang="he-IL" dirty="0" err="1"/>
              <a:t>היתה</a:t>
            </a:r>
            <a:r>
              <a:rPr lang="he-IL" dirty="0"/>
              <a:t> מאתגרת, אך יחד עם זאת </a:t>
            </a:r>
          </a:p>
          <a:p>
            <a:pPr marL="0" indent="0" algn="r">
              <a:buNone/>
            </a:pPr>
            <a:r>
              <a:rPr lang="he-IL" dirty="0"/>
              <a:t>גם סוחפת בגלל שהתוצאה היא ויזואלית </a:t>
            </a:r>
            <a:br>
              <a:rPr lang="en-US" dirty="0"/>
            </a:br>
            <a:r>
              <a:rPr lang="he-IL" u="sng" dirty="0"/>
              <a:t>הבהרה חשובה </a:t>
            </a:r>
            <a:r>
              <a:rPr lang="he-IL" dirty="0"/>
              <a:t>:את כפתור הנגישות עשיתי ממש מאוחר (וגם את המצגת הזו) אי לכך לא היה לי זמן היה הרבה זמן ...</a:t>
            </a:r>
            <a:r>
              <a:rPr lang="en-US" dirty="0"/>
              <a:t> </a:t>
            </a:r>
            <a:r>
              <a:rPr lang="en-US" dirty="0" err="1"/>
              <a:t>gpt</a:t>
            </a:r>
            <a:r>
              <a:rPr lang="he-IL" dirty="0"/>
              <a:t>לעצב את דף הנגישות אבל ל-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167</Words>
  <Application>Microsoft Office PowerPoint</Application>
  <PresentationFormat>‫הצגה על המסך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May Car – סיכום פרויקט</vt:lpstr>
      <vt:lpstr>תיאור האתר</vt:lpstr>
      <vt:lpstr>טכנולוגיות</vt:lpstr>
      <vt:lpstr>קשיים ואתגרים</vt:lpstr>
      <vt:lpstr>סיכום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 Car – סיכום פרויקט</dc:title>
  <dc:subject/>
  <dc:creator/>
  <cp:keywords/>
  <dc:description>generated using python-pptx</dc:description>
  <cp:lastModifiedBy>hitmachut</cp:lastModifiedBy>
  <cp:revision>6</cp:revision>
  <dcterms:created xsi:type="dcterms:W3CDTF">2013-01-27T09:14:16Z</dcterms:created>
  <dcterms:modified xsi:type="dcterms:W3CDTF">2025-12-23T08:11:20Z</dcterms:modified>
  <cp:category/>
</cp:coreProperties>
</file>